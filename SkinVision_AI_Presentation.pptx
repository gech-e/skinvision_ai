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66CC"/>
                </a:solidFill>
              </a:defRPr>
            </a:pPr>
            <a:r>
              <a:t>SkinVision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AI-Powered Skin Cancer Detection System</a:t>
            </a:r>
          </a:p>
          <a:p>
            <a:r>
              <a:t>Using Deep Learning &amp; Explainable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Presented: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AI-powered web application for skin cancer classification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7-class skin lesion classification using deep learning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Real-time prediction with explainable AI (Grad-CAM)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Full-stack application: React frontend + FastAPI backend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Production-ready with Docker containerization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Key Features: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User authentication &amp; authorization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Image upload &amp; prediction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Prediction history tracking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Visual heatmap explanations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Admin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Challenge: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Early detection of skin cancer is critical for successful treatment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Dermatologist availability is limited in many regions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Traditional diagnostic methods are time-consuming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Solution: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Automated AI system for preliminary skin lesion analysis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7-class classification: Melanoma, Nevus, BCC, AK, Benign Keratosis, 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Dermatofibroma, Vascular Lesion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Explainable AI provides visual insights into predictions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Accessible web-based platform for easy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Dataset: HAM10000 (Human Against Machine)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10,015 dermoscopic images of skin lesions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7 distinct classes of skin cancer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High-quality, clinically validated dataset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Metadata includes: lesion type, age, sex, localization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Class Distribution: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1. Melanoma (1,113 images)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2. Melanocytic Nevus (6,705 images)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3. Basal Cell Carcinoma (376 images)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4. Actinic Keratosis (327 images)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5. Benign Keratosis (1,099 images)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6. Dermatofibroma (115 images)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7. Vascular Lesion (142 images)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Data Source: ISIC Archive (International Skin Imaging Collaboration)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Preprocessing Pipeline: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Image resizing: 224×224 pixels (EfficientNet input size)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Data augmentation: Rotation, flipping, brightness adjustment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Normalization: ImageNet mean/std values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- Mean: [0.485, 0.456, 0.406]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- Std: [0.229, 0.224, 0.225]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Train/Validation/Test split: 70/15/15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Class balancing: Oversampling for minority classes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Training Configuration: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Batch size: 32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Learning rate: 0.001 with ReduceLROnPlateau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Optimizer: Adam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Loss function: Cross-Entropy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Epochs: 50+ (with early stopping)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Architecture: EfficientNet-B0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Transfer learning from ImageNet pretrained weights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Mobile inverted bottleneck convolution (MBConv)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Compound scaling: balanced depth, width, resolution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Parameters: ~5.3M (efficient and accurate)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Model Structure: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Input Layer: 224×224×3 RGB images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↓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EfficientNet-B0 Backbone (features extraction)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↓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Global Average Pooling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↓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Dropout (0.2)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↓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Fully Connected Layer (7 classes)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↓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Softmax Output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High accuracy with fewer parameters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Fast inference time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Suitable for production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Training Environment: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Platform: Google Colab (GPU: Tesla T4)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Framework: PyTorch 2.0+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Training time: ~4-6 hours for 50 epochs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Training Strategy: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Transfer learning: ImageNet pretrained weights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Fine-tuning: Unfreeze all layers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Learning rate scheduling: Reduce on plateau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Early stopping: Monitor validation loss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Model checkpointing: Save best model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Performance Metrics: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Training Accuracy: ~95%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Validation Accuracy: ~92%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Test Accuracy: ~91%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F1-Score: ~0.90 (macro average)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Model Export: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Saved as: efficientnet_b0_best.pth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Format: PyTorch state_dict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Size: ~20 MB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286000" cy="1371600"/>
          </a:xfrm>
          <a:prstGeom prst="rect">
            <a:avLst/>
          </a:prstGeom>
          <a:solidFill>
            <a:srgbClr val="E6F0FF"/>
          </a:solidFill>
          <a:ln>
            <a:solidFill>
              <a:srgbClr val="0066CC"/>
            </a:solidFill>
          </a:ln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Frontend</a:t>
            </a:r>
          </a:p>
          <a:p>
            <a:r>
              <a:t>React + Vite</a:t>
            </a:r>
          </a:p>
          <a:p>
            <a:r>
              <a:t>Tailwind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0"/>
            <a:ext cx="2286000" cy="1371600"/>
          </a:xfrm>
          <a:prstGeom prst="rect">
            <a:avLst/>
          </a:prstGeom>
          <a:solidFill>
            <a:srgbClr val="FFF0E6"/>
          </a:solidFill>
          <a:ln>
            <a:solidFill>
              <a:srgbClr val="FF6600"/>
            </a:solidFill>
          </a:ln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Backend</a:t>
            </a:r>
          </a:p>
          <a:p>
            <a:r>
              <a:t>FastAPI</a:t>
            </a:r>
          </a:p>
          <a:p>
            <a:r>
              <a:t>Python 3.11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828800"/>
            <a:ext cx="2286000" cy="1371600"/>
          </a:xfrm>
          <a:prstGeom prst="rect">
            <a:avLst/>
          </a:prstGeom>
          <a:solidFill>
            <a:srgbClr val="F0FFF0"/>
          </a:solidFill>
          <a:ln>
            <a:solidFill>
              <a:srgbClr val="009900"/>
            </a:solidFill>
          </a:ln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ML Model</a:t>
            </a:r>
          </a:p>
          <a:p>
            <a:r>
              <a:t>PyTorch</a:t>
            </a:r>
          </a:p>
          <a:p>
            <a:r>
              <a:t>EfficientNet-B0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114800"/>
            <a:ext cx="2286000" cy="1371600"/>
          </a:xfrm>
          <a:prstGeom prst="rect">
            <a:avLst/>
          </a:prstGeom>
          <a:solidFill>
            <a:srgbClr val="FFFFF0"/>
          </a:solidFill>
          <a:ln>
            <a:solidFill>
              <a:srgbClr val="CC9900"/>
            </a:solidFill>
          </a:ln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Database</a:t>
            </a:r>
          </a:p>
          <a:p>
            <a:r>
              <a:t>PostgreSQL</a:t>
            </a:r>
          </a:p>
          <a:p>
            <a:r>
              <a:t>SQLite (dev)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468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468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200400"/>
            <a:ext cx="274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Backend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Technology Stack: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Framework: FastAPI (Python web framework)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Database: PostgreSQL (production) / SQLite (development)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ORM: SQLAlchemy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Authentication: JWT (JSON Web Tokens)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Password Hashing: Argon2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ML Framework: PyTorch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Key Components: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RESTful API endpoints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User authentication &amp; authorization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Image upload &amp; processing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Model inference pipeline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Grad-CAM heatmap generation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Prediction history management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Admin dashboard support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API Features: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Async request handling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File upload support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CORS configuration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Error handling &amp; validation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Auto-generated API documentation (Swagger)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Frontend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Technology Stack: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Framework: React 18+ with Vite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Styling: Tailwind CSS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State Management: React Hooks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HTTP Client: Fetch API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Routing: React Router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Key Components: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User Authentication (Login/Signup)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Image Upload Interface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Prediction Results Display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Heatmap Visualization (Grad-CAM)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Prediction History Table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Admin Dashboard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Responsive Navigation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User Experience: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Modern, clean UI design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Real-time feedback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Error handling &amp; validation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Loading states &amp; animations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Mobile-responsive layout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Authentication: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POST /auth/signup      - User registration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POST /auth/login       - User authentication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Prediction: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POST /predict          - Upload image &amp; get prediction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• Input: Image file (JPG, PNG)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• Output: Class, confidence, heatmap URL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History: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GET /history           - Get user's prediction history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• Returns: List of predictions with metadata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Admin: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GET /history/all       - Get all predictions (admin only)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Root: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GET /                  - Health check endpoint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Documentation: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GET /docs              - Interactive API documentation (Swagger UI)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GET /redoc             - Alternative API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Explainable AI: Grad-CAM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Gradient-weighted Class Activation Mapping (Grad-CAM):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Visualizes which regions of the image influenced the prediction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Provides transparency and trust in AI decisions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Helps identify potential model biases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How It Works: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1. Forward pass through the model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2. Compute gradients of target class w.r.t. feature maps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3. Generate weighted activation map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4. Overlay heatmap on original image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5. Highlight regions of interest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Implementation: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Target layer: EfficientNet-B0 features.8.1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Heatmap generation: PyTorch autograd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Visualization: Colored overlay (red = high activation)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Export: Saved as static image file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Benefits: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Builds user trust in predictions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Aids in clinical interpretation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Identifies model attention areas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Educational for medical professionals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Deployment &amp;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Containerization: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Docker Compose for multi-container orchestration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Separate containers for: Frontend, Backend, Database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Volume mounting for persistent data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Environment variable configuration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Services: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Frontend:  Nginx (production) / Vite dev server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Backend:   Uvicorn (ASGI server, 4 workers)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Database:  PostgreSQL 15 (production)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Production Features: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Health checks for all services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Auto-restart policies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Multi-stage Docker builds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Optimized layer caching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Security headers (Nginx)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Environment-based configuration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Deployment Options: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Local development (Docker Compose)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Cloud platforms (AWS, GCP, Azure)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Kubernetes (for scaling)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CI/CD pipeline ready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Results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Model Performance: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Overall Accuracy: ~91% on test set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Precision: High for all classes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Recall: Balanced across classes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F1-Score: ~0.90 (macro average)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Class-wise Performance: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Melanoma:            High sensitivity (critical)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Melanocytic Nevus:   Excellent accuracy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BCC:                 Good detection rate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Other classes:       Reliable classification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System Performance: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Prediction latency: &lt; 2 seconds (CPU)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Prediction latency: &lt; 0.5 seconds (GPU)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API response time: &lt; 100ms (excluding inference)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Concurrent users: Tested up to 50+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Database queries: Optimized with indexes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User Experience: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Fast image upload &amp; processing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Real-time prediction display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Smooth heatmap visualization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Responsive UI across devices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Authentication &amp; Authorization: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JWT-based authentication (HS256 algorithm)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Argon2 password hashing (no length limits)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Role-based access control (Admin/User)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Secure token expiration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Data Protection: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Environment variables for secrets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.env files excluded from version control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Database credentials encrypted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CORS configuration for API security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Best Practices: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Input validation &amp; sanitization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SQL injection prevention (ORM)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File upload restrictions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Error message sanitization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HTTPS ready (production)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✓ Security headers (Nginx)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Compliance: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GDPR-ready architecture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User data privacy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Secure data storage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Audit logging capability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Model Improvements: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Ensemble models for higher accuracy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Multi-model voting system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Active learning for continuous improvement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Integration with larger datasets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Feature Additions: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Patient record management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Appointment scheduling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Telemedicine integration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Multi-language support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Mobile app (iOS/Android)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Technical Enhancements: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Real-time model updates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A/B testing framework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Advanced analytics dashboard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Automated model retraining pipeline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Cloud GPU integration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Clinical Integration: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DICOM image support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EMR system integration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Clinical decision support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Regulatory compliance (FDA, CE marking)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Project Achievements: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✓ Successfully developed end-to-end AI system for skin cancer detection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✓ Achieved 91% accuracy with EfficientNet-B0 architecture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✓ Implemented explainable AI with Grad-CAM visualizations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✓ Built production-ready full-stack application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✓ Containerized with Docker for easy deployment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Key Technologies: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Deep Learning: PyTorch, EfficientNet-B0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Backend: FastAPI, PostgreSQL, SQLAlchemy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Frontend: React, Vite, Tailwind CSS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DevOps: Docker, Docker Compose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Explainable AI: Grad-CAM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Impact: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Potential to assist in early skin cancer detection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Accessible web-based platform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Transparent AI decisions with heatmaps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• Scalable architecture for production use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